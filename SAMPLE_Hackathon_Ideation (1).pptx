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9436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36-HOUR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SmartAid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Response &amp; Resource Allocation Platform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3657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NexGen Coders  </a:t>
            </a:r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Track: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029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natural disasters and mass-casualty events, emergency response teams face critical coordination failures: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data is siloed across agencies, hospitals, and NGOs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allocation is manual, slow, and prone to duplication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Affected citizens lack a reliable channel to signal needs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Decision-makers have no unified situational dashboard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cost lives. Response times can be 3-5× slower than optimal.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8412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9509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143M+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2356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disasters yearly (CRED, 2023)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22128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3225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2356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relief resources wasted due to poor coordination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35844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6941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min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2356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before first resource dispatch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Centralize Emergency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00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real-time alerts from field teams, IoT sensors, social media, and government APIs into a single truth source.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98448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Automate Resource Dispatch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triage to match supply (ambulances, relief kits, personnel) to demand hotspots within minutes.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05456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Citizen SOS Interface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2907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low-bandwidth mobile/web portal for citizens to report needs, receive status updates, and locate shelters.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505456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Decision Intelligence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2907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commanders and NGO coordinators with a live map, predictive heatmaps, and resource-gap alerts.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12464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Inter-Agency Collaboration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role-based access so hospitals, police, fire, and NGOs share a common operational picture in real time.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1246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12464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Post-Event Analytics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65192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after-action reports to improve future response planning and policy-making.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SmartAid — One Platform. Zero Coordination Gaps.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11480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Live Incident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geospatial mapping of incidents, casualties, resource locations, and shelter capacity. Powered by WebSockets + GeoJSON.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Triage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severity, predicts escalation, and auto-dispatches nearest available resource with ETA forecasting.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41148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Multi-Channel Intake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via SMS (low-data), mobile app, or WhatsApp. Field workers use offline-first PWA that syncs when connected.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41148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Role-Based Command Hub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dashboards for citizens, field ops, NGO coordinators, and government officials with tiered permissions.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162763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Service Worker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56816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56816" y="841248"/>
            <a:ext cx="16276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66544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66544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(AI services)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66544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6544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(Socket.io)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66544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6544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30752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0752" y="841248"/>
            <a:ext cx="16276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(triage model)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0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(NLP parsing)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0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(route optimization)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0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(mobile)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04688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04688" y="841248"/>
            <a:ext cx="16276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Infra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14416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14416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4416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(pub/sub)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14416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(real-time sync)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14416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14416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Render.com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78624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78624" y="841248"/>
            <a:ext cx="1627632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78624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88352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API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88352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88352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88352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88352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/ OpenStreetMap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72768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25696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8624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(0–4 hrs)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persona mapping, problem validation, defining MVP scope &amp; success KPIs.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82496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21408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73936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(4–10 hrs)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73936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wireframes → interactive prototype. User flow for citizen, responder &amp; admin.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47872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0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(10–24 hrs)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backend APIs, database schema, auth. Integrate Mapbox + WebSocket live feed.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35424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74336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26864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626864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(24–30 hrs)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26864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triage classifier on synthetic dataset. Plug GPT-4o for NLP intake parsing.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61888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53328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053328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QA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(30–34 hrs)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53328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tests. Simulate disaster scenario with 3 concurrent districts.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88352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27264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2726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79792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479792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(34–36 hrs)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79792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UI, record fallback video, prepare pitch deck &amp; live walkthrough script.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/ System Flowchart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201168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Live Incident 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3063240"/>
            <a:ext cx="2011680" cy="731520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Responder Alert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063240"/>
            <a:ext cx="2011680" cy="731520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Citizen Status Update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3063240"/>
            <a:ext cx="2011680" cy="731520"/>
          </a:xfrm>
          <a:prstGeom prst="rect">
            <a:avLst/>
          </a:prstGeom>
          <a:solidFill>
            <a:srgbClr val="E11D4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Command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Citizen/Field Input → AI Processing → Smart Dispatch → Multi-Dashboard Output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&amp; Key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Dispatch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6276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cuts resource assignment from hours to minutes by automating triage and matching.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&amp; SMS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6276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SMS fallback ensures functionality when internet and power are disrupted.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0972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Interoperability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6276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NGOs, government, hospitals — no more siloed WhatsApp groups.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35935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forecast resource shortfalls 30–60 min ahead, enabling proactive response.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632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5935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UI, low-bandwidth mode, voice input for visually-impaired users.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8892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Auditable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35935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core; audit logs for all resource decisions to maintain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Differentiation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Solutions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SmartAid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Real-time resource tracking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❌ Absent or manual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Automated WebSocket feed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AI-driven triage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❌ Not available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ML severity scoring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Offline/SMS access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⚠️ Rarely supported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PWA + Twilio fallback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Multi-agency coordination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⚠️ Email / WhatsApp groups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Role-based shared dashboard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Predictive resource planning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❌ Absent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30–60 min forecast model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Post-event analytics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⚠️ Manual reports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✅ Auto-generated structured reports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(3–6 months)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48132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integration (NASA FIRMS / Sentinel)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dispatch coordination module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98094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voice IVR for rural citizens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373075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aid transparency ledger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41248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(6–12 months)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14813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city infrastructure for pre-disaster simulation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22311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damage assessment from satellite/drone images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9809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national NDMA / SDMA systems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7307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mesh network for zero-internet zones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84124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(12–24 months)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7648" y="148132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 to 50+ countries via UN partnerships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27648" y="223113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to improve AI without centralizing private data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27648" y="29809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SmartAid SDK for third-party NGO app integration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373075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volunteer reward system for community first-responders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5010912"/>
            <a:ext cx="8631936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6032" y="501091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Ultimate Vision: A globally deployable, open-source emergency intelligence platform adopted by 100+ disaster-prone nations by 2030.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914400"/>
            <a:ext cx="896112" cy="896112"/>
          </a:xfrm>
          <a:prstGeom prst="ellipse">
            <a:avLst/>
          </a:prstGeom>
          <a:solidFill>
            <a:srgbClr val="1E3A5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9144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Mehta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249424"/>
            <a:ext cx="960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Full-Stack Dev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Node.js, System Design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33272" y="3456432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456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↗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87752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72384" y="914400"/>
            <a:ext cx="896112" cy="896112"/>
          </a:xfrm>
          <a:prstGeom prst="ellipse">
            <a:avLst/>
          </a:prstGeom>
          <a:solidFill>
            <a:srgbClr val="1E3A5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9144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79192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44952" y="2249424"/>
            <a:ext cx="960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9192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NLP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18104" y="3456432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18104" y="3456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↗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72584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57216" y="914400"/>
            <a:ext cx="896112" cy="896112"/>
          </a:xfrm>
          <a:prstGeom prst="ellipse">
            <a:avLst/>
          </a:prstGeom>
          <a:solidFill>
            <a:srgbClr val="1E3A5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9144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64024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Verma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9784" y="2249424"/>
            <a:ext cx="960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64024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Docker, Redis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02936" y="3456432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2936" y="3456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↗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57416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914400"/>
            <a:ext cx="896112" cy="896112"/>
          </a:xfrm>
          <a:prstGeom prst="ellipse">
            <a:avLst/>
          </a:prstGeom>
          <a:solidFill>
            <a:srgbClr val="1E3A5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9144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48856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Patel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14616" y="2249424"/>
            <a:ext cx="960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304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48856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TailwindCSS, A11y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87768" y="3456432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87768" y="3456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↗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technology for humanity — one API call at a time. 🚀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technology that saves lives.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team@smartaid.dev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github.com/smartaid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6027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smartaid.vercel.app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3434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Q&amp;A — We're ready!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36-Hour Hackathon – Ideation Round</dc:title>
  <dc:subject>PptxGenJS Presentation</dc:subject>
  <dc:creator>PptxGenJS</dc:creator>
  <cp:lastModifiedBy>PptxGenJS</cp:lastModifiedBy>
  <cp:revision>1</cp:revision>
  <dcterms:created xsi:type="dcterms:W3CDTF">2026-04-08T17:53:04Z</dcterms:created>
  <dcterms:modified xsi:type="dcterms:W3CDTF">2026-04-08T17:53:04Z</dcterms:modified>
</cp:coreProperties>
</file>